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29184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320040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38328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Slot Feature Training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94360" y="46634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live messages on contact-centre dashboards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Edition EN · 2026-07-03 · Training C-03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Info Slot?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powerful way to talk to the floor.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97280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channel for live, human-written messages shown on dashboards.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data widgets, it carries text written by staff — not platform metrics.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are stored in the shell and pushed to screens in real time.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for shift notes, service alerts, reminders and announcements.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Info Slot Feature Training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the Info Slot and assigns which groups may write (/admin/info-slots).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the Info Slot widget on a dashboard.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users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messages (/info-slots) that appear instantly on those dashboards.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Info Slot Feature Training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modes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— messages scroll continuously across the widget.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— one message at a time, auto-advancing every few seconds (min 3).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switch modes live from the Manage messages view; it updates every screen at once.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both modes, High-priority messages are shown first.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Info Slot Feature Training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message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/info-slots, pick a slot you have access to, select “+ Add Message”.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message text (required).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or High — High is shown first and can be styled to stand out.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Expires At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— the message removes itself at that time; or “Never expires”.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Info Slot Feature Training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Editing, removing, expiry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 message inline with the pencil; deactivate to take it down.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Viewers/Editors manage their own messages; Administrators manage any.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with an expiry clear themselves — safe for time-bound notices.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Info Slot Feature Training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an outage notice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Content: “Payments system degraded — expect delays.”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 · Expires At: today 15:00.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appears at the front of the slot on every dashboard showing it…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3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disappears on its own at 15:00 — no follow-up needed.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Info Slot Feature Training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64008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310896"/>
            <a:ext cx="224028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503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messages short and specific — they share screen space with live data.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High priority sparingly, for things that truly need attention.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set an expiry for time-bound notices so the board stays current.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3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message as soon as it’s no longer relevant.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F3D3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 View Shell · Info Slot Feature Training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65992" y="65653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A2B29"/>
          </a:solidFill>
          <a:ln/>
        </p:spPr>
      </p:sp>
      <p:pic>
        <p:nvPicPr>
          <p:cNvPr id="3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310896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2926080"/>
            <a:ext cx="1463040" cy="914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3108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Slots = live, human messages on dashboards.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creates &amp; assigns; authorised users write.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and expiry keep the board useful and current.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FE8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Ticker/Sequential live to suit the screen.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RTM View Shell — Info Slot Feature Training</dc:title>
  <dc:subject>PptxGenJS Presentation</dc:subject>
  <dc:creator>INSIGHTENSE</dc:creator>
  <cp:lastModifiedBy>INSIGHTENSE</cp:lastModifiedBy>
  <cp:revision>1</cp:revision>
  <dcterms:created xsi:type="dcterms:W3CDTF">2026-07-03T07:32:51Z</dcterms:created>
  <dcterms:modified xsi:type="dcterms:W3CDTF">2026-07-03T07:32:51Z</dcterms:modified>
</cp:coreProperties>
</file>