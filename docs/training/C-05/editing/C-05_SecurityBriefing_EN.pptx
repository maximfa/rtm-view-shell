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0A2B29"/>
          </a:solidFill>
          <a:ln/>
        </p:spPr>
      </p:sp>
      <p:pic>
        <p:nvPicPr>
          <p:cNvPr id="3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3291840" cy="777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3200400"/>
            <a:ext cx="1463040" cy="914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338328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Awareness Briefing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94360" y="46634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RTM View Shell keeps accounts and data safe — and your part in it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943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Edition EN · 2026-07-03 · Training C-05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carries real-time contact-centre data for many organisations at once.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technical controls protect it — but people are part of every security system.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briefing covers the controls in place and the few habits that keep them effective.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Security Awareness Briefing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passwords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12 characters, mixing upper, lower, a digit and a special character.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can’t reuse any of your last 10 passwords; they expire periodically.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F3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unique password you don’t use anywhere else — it’s the single biggest protection.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Security Awareness Briefing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Two-factor authentication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your password, a 6-digit code is e-mailed to you (valid 10 minutes).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means a stolen password alone is not enough to get in.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it on; your organisation may make it mandatory.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is only ever in the e-mail body — never share it.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Security Awareness Briefing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Sign-On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offered, sign in with your corporate identity (OIDC / SAML / AD-LDAP).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provider already did a multi-factor check, you won’t be asked twice.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passwords to manage — and centrally controlled by your organisation.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Security Awareness Briefing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attacks are blocked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failed sign-ins lock the account for 15 minutes.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sign-in is rate-limited to slow automated guessing.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F3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failure shows the same message — attackers can’t tell what was wrong, nor enumerate accounts.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Security Awareness Briefing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alert to phishing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only ever e-mails you a 2FA code or a password-reset link.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never asks for your password by e-mail or chat.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message asks for your password or pushes you to a strange site, stop and report it.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Security Awareness Briefing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&amp; shared computers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session signs you out automatically after a period of inactivity.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F3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shared or public computer, always Sign out — don’t just close the tab.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out ends the session and clears your preferences from that browser.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Security Awareness Briefing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&amp; the audit trail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organisation’s data is isolated automatically — you only ever see your own tenant.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sign-in and change is recorded in an append-only audit log (who, when, where).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 can’t be edited or deleted — it’s there to protect everyone.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Security Awareness Briefing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responsibilities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strong, unique password and keep two-factor on.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share your password or 2FA code; be wary of unexpected links.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out on shared machines.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anything that looks wrong to your administrator.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Security Awareness Briefing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0A2B29"/>
          </a:solidFill>
          <a:ln/>
        </p:spPr>
      </p:sp>
      <p:pic>
        <p:nvPicPr>
          <p:cNvPr id="3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3108960" cy="731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2926080"/>
            <a:ext cx="1463040" cy="914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3108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85800" y="42062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unique password + two-factor = most of your protection.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never asks for your password — beware phishing.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out on shared computers.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isolated and audited; report concerns.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RTM View Shell — Security Awareness Briefing</dc:title>
  <dc:subject>PptxGenJS Presentation</dc:subject>
  <dc:creator>INSIGHTENSE</dc:creator>
  <cp:lastModifiedBy>INSIGHTENSE</cp:lastModifiedBy>
  <cp:revision>1</cp:revision>
  <dcterms:created xsi:type="dcterms:W3CDTF">2026-07-03T07:32:51Z</dcterms:created>
  <dcterms:modified xsi:type="dcterms:W3CDTF">2026-07-03T07:32:51Z</dcterms:modified>
</cp:coreProperties>
</file>