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A2B29"/>
          </a:solidFill>
          <a:ln/>
        </p:spPr>
      </p:sp>
      <p:pic>
        <p:nvPicPr>
          <p:cNvPr id="3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91840" cy="777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3200400"/>
            <a:ext cx="146304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38328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Onboarding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46634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RTM View Shell — your first day as an administrator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Edition EN · 2026-07-03 · Training C-01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RTM View Shell is, and your role in it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30 minutes — the first-run checklist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users and permission groups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Dashboards, Info Slots and tenant settings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log and security essentials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go to learn more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RTM View Shell?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 before the buttons.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9728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 management shell for a contact-centre real-time monitoring system.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manages users, permissions and dashboards — and provides the secure foundation (authentication, multi-tenancy, audit).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widgets and historical reports run on top of the shell.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.NET 8 / Blazor Server with PostgreSQL and Redis, hosted on Windows Server.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roles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 — governs the whole platform; manages tenants; can switch into any tenant (audited).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— manages users, permission groups and settings for one organisation.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— creates and edits dashboards (within permissions).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— opens the dashboards permitted to them.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most likely an Administrator.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30 minutes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 order of operations for day one.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9728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in, complete two-factor, and set your own strong password.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oriented in the navigation sidebar (Content · Administration · Tenant).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permission groups your teams need — before creating users.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first users and assign them to groups.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audit log is recording your actions.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overview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(dashboards) · Widget Catalogue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· Permission Groups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Settings · Audit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see what your role allows.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users with a username, e-mail, role and permission group; a temporary password is e-mailed to them.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names, e-mail, role, group, status and language.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an account to deny sign-in immediately; reset a password; force sign-out of all sessions.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are server-side paged and filterable.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Detail: Administrator's Guide (A-02).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Groups — the idea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non-Superadmin user belongs to exactly one permission group.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carries the access rules — change the group to change access.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tabs: Menu · Screens · Queues · Skills · BU/SG.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access is the union of grants — most-permissive wins.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Detail: Permission Groups Configuration (A-03).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Groups — the safe default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empty resource list DENIES all — it does not allow all.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empty Queues tab means the group sees no queues; you grant access by adding specific items.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protects data: a new or misconfigured group exposes nothing until you deliberately grant it.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restrictions are enforced in the backend, not just hidden in the UI.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Reports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Editors and Administrators create dashboards; access is per permission group or public.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creator's group automatically gets Full on a new dashboard.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 editor supports drag-and-drop layout, alignment guides and multi-select.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Reports (queue &amp; agent) are available at /reports, permission-scoped.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B-05 (Viewer) and B-07 (Reports).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Slots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channels for live on-screen messages written by staff — shift notes, alerts, reminders.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create the Info Slots and assign which permission groups may write to them.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support Normal/High priority and optional auto-expiry; they appear in real time.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Detail: Info Slot Administration (A-08) · Messages (B-03).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Settings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organisation has its own settings: password policy, 2FA requirement, locales, retention, SL threshold.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SignalR connection URL binds the tenant to its real-time data service.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Agent-state model maps raw states into display groups (Superadmin).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Detail: Multi-Tenant Management (A-07).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log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sign-in, permission change, user and tenant action is recorded — who, when, IP, details.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Append-only: it cannot be edited or deleted through the application, only read and exported.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event type and date; export large extracts as a background job.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your first stop when investigating anything unexpected.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essentials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Passwords: 12+ chars, mixed, last-10 history, 90-day expiry.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Two-factor by e-mail; you can make it mandatory for the whole tenant.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Lockout after 5 failed attempts; uniform error messages prevent account probing.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data is isolated automatically at the database layer.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Detail: Security Configuration (A-04) · Compliance Summary (D-02).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learn more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is an overview — these guides have the detail.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9728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 (B-01) — sign-in, 2FA, navigation.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Administrator's Guide (A-02) — full admin reference with screenshots.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Groups (A-03) · Security (A-04) · SSO (A-05) · Multi-Tenant (A-07).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Slots (A-08/B-03) · Dashboard Viewer (B-05) · Widget Catalogue (B-06) · Historical Reports (B-07).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Administrator Onboarding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A2B29"/>
          </a:solidFill>
          <a:ln/>
        </p:spPr>
      </p:sp>
      <p:pic>
        <p:nvPicPr>
          <p:cNvPr id="3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310896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2926080"/>
            <a:ext cx="146304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108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85800" y="4206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permission groups before users; empty resource lists deny by default.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backend-enforced and fully audited.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Two-factor and a strong password policy protect every account.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doubt, the audit log and the linked guides have the answer.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RTM View Shell — Administrator Onboarding</dc:title>
  <dc:subject>PptxGenJS Presentation</dc:subject>
  <dc:creator>INSIGHTENSE</dc:creator>
  <cp:lastModifiedBy>INSIGHTENSE</cp:lastModifiedBy>
  <cp:revision>1</cp:revision>
  <dcterms:created xsi:type="dcterms:W3CDTF">2026-07-03T07:32:03Z</dcterms:created>
  <dcterms:modified xsi:type="dcterms:W3CDTF">2026-07-03T07:32:03Z</dcterms:modified>
</cp:coreProperties>
</file>