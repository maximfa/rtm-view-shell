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918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320040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3832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&amp; Viewer Onboarding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4663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and monitoring with RTM View Shell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EN · 2026-07-03 · Training C-02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securely — SSO or password, plus the e-mailed code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way around the screens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and controlling a live dashboard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historical reports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Info Slot messages (if your group may)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your own profile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Sign in with SSO if your organisation offers it — one click with your corporate account.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enter your username or e-mail and password.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type the 6-digit code e-mailed to you (valid 10 minutes, 3 attempts, resend once a minute).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failure shows the same message — re-check and try again.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sign-in &amp; forgotten passwords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 sign-in you must set a new password — a live checklist shows the rules (12+, mixed, not your last 10).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your password? Use “Forgot password?” on the sign-in page for an e-mailed reset link.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expire periodically; you’ll be prompted to set a new one.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way around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land on Screens — the dashboards you’re allowed to see.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sidebar shows only what your role allows; a Viewer’s sidebar is short by design.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you expect is missing, it’s almost always a permissions matter — ask your administrator.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live viewer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bar: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name · “Live · update 5s” · warning count · Pause/Resume · your name.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tabs: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queues, or focus on one queue’s tab.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Pause: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the numbers to study or capture them; Resume to catch up. Only affects your view.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bar: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connection and latency at the bottom.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reports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live dashboards, the Reports page (/reports) shows what happened over a chosen period.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reports: Queue Interval, Queue Wait Time, Agent Monthly, Agent Shift Detail.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From/To dates (inclusive of today), filter by queue/agent, and Apply.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only the queues and agents your permission group permits.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Historical Reports Guide (B-07).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Info Slot messages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Slots put short live messages on dashboards — shift notes, alerts, reminders.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group has access, go to /info-slots, pick a slot, and Add Message.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Priority (High shows first) and an optional expiry that clears the message automatically.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Info Slot Message Management (B-03).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your password, turn two-factor on/off (unless mandatory), and set your language.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switches language immediately — including right-to-left layouts.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shared computer, always Sign out when you finish.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monitoring habits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dashboards on All queues for the overall picture; switch to one queue to investigate.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before discussing or screenshotting a figure.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reports for after-the-fact analysis; dashboards for live monitoring.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warning badge as your cue for where to look first.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Supervisor / Viewer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10896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292608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safely — password (or SSO) plus the e-mailed code.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viewer is live; Pause when you need it still.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(B-07) answer ‘what happened’; dashboards answer ‘what’s happening now’.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after your profile and sign out on shared machines.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RTM View Shell — Supervisor / Viewer Onboarding</dc:title>
  <dc:subject>PptxGenJS Presentation</dc:subject>
  <dc:creator>INSIGHTENSE</dc:creator>
  <cp:lastModifiedBy>INSIGHTENSE</cp:lastModifiedBy>
  <cp:revision>1</cp:revision>
  <dcterms:created xsi:type="dcterms:W3CDTF">2026-07-03T07:32:51Z</dcterms:created>
  <dcterms:modified xsi:type="dcterms:W3CDTF">2026-07-03T07:32:51Z</dcterms:modified>
</cp:coreProperties>
</file>